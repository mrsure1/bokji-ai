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6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18A05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♥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920240" y="1417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복지AI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F5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행정 용어 장벽을 허무는 맞춤형 복지 혜택 알리미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bokji-ai 서비스 소개자료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D4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팀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AI르네상스</a:t>
            </a:r>
            <a:pPr indent="0" marL="0">
              <a:buNone/>
            </a:pPr>
            <a:r>
              <a:rPr lang="en-US" sz="1500" dirty="0">
                <a:solidFill>
                  <a:srgbClr val="E8F5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·   이진영 · 정호식 · 김경숙 · 김지선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D4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웹앱 데모  </a:t>
            </a:r>
            <a:pPr indent="0" marL="0">
              <a:buNone/>
            </a:pPr>
            <a:r>
              <a:rPr lang="en-US" sz="1400" u="sng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https://bokji-ai.vercel.app/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6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8FD0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배경 및 문제 정의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F5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수많은 복지 혜택 속에서도, 왜 정보 취약계층은 혜택을 놓치고 있을까요?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복지 서비스의 페인 포인트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CE4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828800"/>
            <a:ext cx="384048" cy="384048"/>
          </a:xfrm>
          <a:prstGeom prst="ellipse">
            <a:avLst/>
          </a:prstGeom>
          <a:solidFill>
            <a:srgbClr val="18A05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8288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행정 용어 장벽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‘소득인정액’, ‘중위소득’, ‘위기사유’ 등 복잡하고 딱딱한 법적 행정 용어 때문에, 정작 도움이 필요한 정보 취약계층·고령층이 신청 초기 단계부터 큰 심리적 부담을 느끼고 포기하게 됩니다.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45352" y="146304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CE4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11112" y="1828800"/>
            <a:ext cx="384048" cy="384048"/>
          </a:xfrm>
          <a:prstGeom prst="ellipse">
            <a:avLst/>
          </a:prstGeom>
          <a:solidFill>
            <a:srgbClr val="18A058"/>
          </a:solidFill>
          <a:ln/>
        </p:spPr>
      </p:sp>
      <p:sp>
        <p:nvSpPr>
          <p:cNvPr id="10" name="Text 8"/>
          <p:cNvSpPr/>
          <p:nvPr/>
        </p:nvSpPr>
        <p:spPr>
          <a:xfrm>
            <a:off x="6611112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59752" y="18288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비대칭 · 타이밍 상실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11112" y="246888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중앙부처·지자체에 파편화된 복지 사업은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15,981건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달합니다. 하지만 복잡한 자격 요건을 직접 매칭해 볼 시간이 없거나 방법을 몰라, 신청 마감 기한을 놓치기 일쑤입니다.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12 · 기획 배경 및 문제 정의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0" y="6437376"/>
            <a:ext cx="6199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AI르네상스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직관적인 UI를 통한 문제 해결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행정 용어를 전혀 몰라도, 모바일에서 한눈에 파악하는 완전 자동 매칭 화면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32120" cy="1920240"/>
          </a:xfrm>
          <a:prstGeom prst="roundRect">
            <a:avLst>
              <a:gd name="adj" fmla="val 5714"/>
            </a:avLst>
          </a:prstGeom>
          <a:solidFill>
            <a:srgbClr val="E8F5EC"/>
          </a:solidFill>
          <a:ln w="12700">
            <a:solidFill>
              <a:srgbClr val="DCE4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4767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8A05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복지 상담 창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63040" y="23774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5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일상 자연어로 말하면 최적의 추천 혜택을 즉시 카드로 분류합니다.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1600200"/>
            <a:ext cx="5532120" cy="1920240"/>
          </a:xfrm>
          <a:prstGeom prst="roundRect">
            <a:avLst>
              <a:gd name="adj" fmla="val 5714"/>
            </a:avLst>
          </a:prstGeom>
          <a:solidFill>
            <a:srgbClr val="E8F5EC"/>
          </a:solidFill>
          <a:ln w="12700">
            <a:solidFill>
              <a:srgbClr val="DCE4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65392" y="194767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8A058"/>
          </a:solidFill>
          <a:ln/>
        </p:spPr>
      </p:sp>
      <p:sp>
        <p:nvSpPr>
          <p:cNvPr id="11" name="Text 9"/>
          <p:cNvSpPr/>
          <p:nvPr/>
        </p:nvSpPr>
        <p:spPr>
          <a:xfrm>
            <a:off x="656539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05472" y="1874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보관함 · 체크리스트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05472" y="23774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5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서류 준비 상태와 신청 마감일을 항목별로 관리합니다.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5532120" cy="1920240"/>
          </a:xfrm>
          <a:prstGeom prst="roundRect">
            <a:avLst>
              <a:gd name="adj" fmla="val 5714"/>
            </a:avLst>
          </a:prstGeom>
          <a:solidFill>
            <a:srgbClr val="E8F5EC"/>
          </a:solidFill>
          <a:ln w="12700">
            <a:solidFill>
              <a:srgbClr val="DCE4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0965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8A05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0233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알림 피드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63040" y="45262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5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 임박·관심 분야 신규 혜택을 앱 알림으로 선제 안내합니다.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3749040"/>
            <a:ext cx="5532120" cy="1920240"/>
          </a:xfrm>
          <a:prstGeom prst="roundRect">
            <a:avLst>
              <a:gd name="adj" fmla="val 5714"/>
            </a:avLst>
          </a:prstGeom>
          <a:solidFill>
            <a:srgbClr val="E8F5EC"/>
          </a:solidFill>
          <a:ln w="12700">
            <a:solidFill>
              <a:srgbClr val="DCE4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65392" y="40965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8A058"/>
          </a:solidFill>
          <a:ln/>
        </p:spPr>
      </p:sp>
      <p:sp>
        <p:nvSpPr>
          <p:cNvPr id="21" name="Text 19"/>
          <p:cNvSpPr/>
          <p:nvPr/>
        </p:nvSpPr>
        <p:spPr>
          <a:xfrm>
            <a:off x="6565392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05472" y="40233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정보(프로필)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05472" y="45262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5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완성도 게이지를 채울수록 매칭 정확도가 올라갑니다.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12 · 기획 배경 및 문제 정의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0" y="6437376"/>
            <a:ext cx="6199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AI르네상스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6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8FD0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및 기술 구조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F5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강력한 Google Gemini LLM과 pgvector 임베딩 기술이 만난 맞춤형 복지 솔루션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기반 핵심 사용자 경험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3584448" cy="420624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CE4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" y="1874520"/>
            <a:ext cx="384048" cy="384048"/>
          </a:xfrm>
          <a:prstGeom prst="ellipse">
            <a:avLst/>
          </a:prstGeom>
          <a:solidFill>
            <a:srgbClr val="18A058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복지 상담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“퇴사해서 월세 내기 힘들어” 같은 일상어는 물론, ‘월세’ 같은 정해진 단어가 없는 ‘집값이 버거워’ 같은 막연한 표현도 키워드+벡터 하이브리드(RRF)로 의미를 파악해 매칭합니다.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06824" y="1554480"/>
            <a:ext cx="3584448" cy="420624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CE4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9432" y="1874520"/>
            <a:ext cx="384048" cy="384048"/>
          </a:xfrm>
          <a:prstGeom prst="ellipse">
            <a:avLst/>
          </a:prstGeom>
          <a:solidFill>
            <a:srgbClr val="18A058"/>
          </a:solidFill>
          <a:ln/>
        </p:spPr>
      </p:sp>
      <p:sp>
        <p:nvSpPr>
          <p:cNvPr id="10" name="Text 8"/>
          <p:cNvSpPr/>
          <p:nvPr/>
        </p:nvSpPr>
        <p:spPr>
          <a:xfrm>
            <a:off x="4599432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81144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쉬운 말 요약 서비스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81144" y="292608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복잡한 정부 공고 원문을 초등학생도 이해할 템플릿형 요약(한 줄 요약·대상자·서류·일정·용어 풀이)으로 자동 변환합니다.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10728" y="1554480"/>
            <a:ext cx="3584448" cy="420624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CE4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03336" y="1874520"/>
            <a:ext cx="384048" cy="384048"/>
          </a:xfrm>
          <a:prstGeom prst="ellipse">
            <a:avLst/>
          </a:prstGeom>
          <a:solidFill>
            <a:srgbClr val="18A058"/>
          </a:solidFill>
          <a:ln/>
        </p:spPr>
      </p:sp>
      <p:sp>
        <p:nvSpPr>
          <p:cNvPr id="15" name="Text 13"/>
          <p:cNvSpPr/>
          <p:nvPr/>
        </p:nvSpPr>
        <p:spPr>
          <a:xfrm>
            <a:off x="8403336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85048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선제적 앱 알림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85048" y="292608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자동 동기화되는 새 공고와 사용자 프로필 조건을 매칭해, 추천 가능성이 높은 기회를 앱 알림으로 선제 안내합니다.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12 · 핵심 기능 및 기술 구조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0" y="6437376"/>
            <a:ext cx="6199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AI르네상스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복잡한 공공 데이터, 한곳으로 모았습니다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358444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4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91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복지로 중앙부처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국민을 위한 핵심 복지 정보를 중앙 시스템에서 수집합니다.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3520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 규모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749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A0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448 건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06824" y="1463040"/>
            <a:ext cx="358444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4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1144" y="1691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복지로 지자체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81144" y="224028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동네만의 특별한 혜택까지 놓치지 않도록 통합합니다.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81144" y="3520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 규모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81144" y="3749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A0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4,561 건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110728" y="1463040"/>
            <a:ext cx="358444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4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1691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정부24 공공서비스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85048" y="224028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분산된 다양한 공공 서비스를 하나로 묶어 통합 관리합니다.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85048" y="3520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 규모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85048" y="3749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A0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10,962 건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02920" y="4709160"/>
            <a:ext cx="11183112" cy="1097280"/>
          </a:xfrm>
          <a:prstGeom prst="roundRect">
            <a:avLst>
              <a:gd name="adj" fmla="val 10000"/>
            </a:avLst>
          </a:prstGeom>
          <a:solidFill>
            <a:srgbClr val="E8F5EC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892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468880" y="489204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15,981</a:t>
            </a:r>
            <a:pPr indent="0" marL="0">
              <a:buNone/>
            </a:pPr>
            <a:r>
              <a:rPr lang="en-US" sz="1800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건  </a:t>
            </a:r>
            <a:pPr indent="0" marL="0">
              <a:buNone/>
            </a:pPr>
            <a:r>
              <a:rPr lang="en-US" sz="1400" dirty="0">
                <a:solidFill>
                  <a:srgbClr val="3A5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매일 자동 갱신(GitHub Actions)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12 · 핵심 기능 및 기술 구조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0" y="6437376"/>
            <a:ext cx="6199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AI르네상스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개발 및 서비스 로드맵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64592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0F6B3A"/>
          </a:solidFill>
          <a:ln w="12700">
            <a:solidFill>
              <a:srgbClr val="0F6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FD0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기획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5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PRD·TRD 확정, 공공 API 동기화 파이프라인 및 정규화 체계 완비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50749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D0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구현 완료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9272" y="164592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0F6B3A"/>
          </a:solidFill>
          <a:ln w="12700">
            <a:solidFill>
              <a:srgbClr val="0F6B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874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FD0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47872" y="25603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핵심 설계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47872" y="310896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5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Gemini LLM 탑재, pgvector RAG 임베딩 및 키워드+벡터 하이브리드 검색 구현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47872" y="50749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D0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구현 완료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35624" y="164592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0F6B3A"/>
          </a:solidFill>
          <a:ln w="12700">
            <a:solidFill>
              <a:srgbClr val="0F6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4224" y="1874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FD0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64224" y="25603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MVP 런칭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64224" y="310896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5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반응형 웹앱(Vercel) 배포, 대화형 매칭 채팅·상세 카드·앱 알림 연동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64224" y="50749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D0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구현 완료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51976" y="164592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4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0576" y="1874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A0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180576" y="25603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고도화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80576" y="310896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PWA·카카오 알림톡 연동, 공공 마이데이터 기반 소득·자격 자동 파싱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80576" y="50749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예정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12 · 기술 경쟁력 및 로드맵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0" y="6437376"/>
            <a:ext cx="6199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AI르네상스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지연 없는 실시간 하이브리드 RAG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4023360" cy="4206240"/>
          </a:xfrm>
          <a:prstGeom prst="roundRect">
            <a:avLst>
              <a:gd name="adj" fmla="val 2727"/>
            </a:avLst>
          </a:prstGeom>
          <a:solidFill>
            <a:srgbClr val="0F6B3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945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15,981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F5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수집·정규화·임베딩 완료된 혜택 수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F5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(벡터 임베딩 100% 적재)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600200"/>
            <a:ext cx="6858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입력 시점에 느린 외부 공공 API를 매번 호출하지 않습니다. 매일 새벽 자동 동기화·전처리된 통합 DB 내부에서 pgvector 하이브리드 인덱싱으로 즉시 조회하여, 수 초 내에 정확한 상황 해석 상담 결과를 출력합니다.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3429000"/>
            <a:ext cx="164592" cy="164592"/>
          </a:xfrm>
          <a:prstGeom prst="ellipse">
            <a:avLst/>
          </a:prstGeom>
          <a:solidFill>
            <a:srgbClr val="18A058"/>
          </a:solidFill>
          <a:ln/>
        </p:spPr>
      </p:sp>
      <p:sp>
        <p:nvSpPr>
          <p:cNvPr id="8" name="Text 6"/>
          <p:cNvSpPr/>
          <p:nvPr/>
        </p:nvSpPr>
        <p:spPr>
          <a:xfrm>
            <a:off x="5166360" y="338328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+ 벡터 하이브리드(RRF)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 일치와 의미 검색을 결합해 사전에 없는 일상어도 매칭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846320" y="4251960"/>
            <a:ext cx="164592" cy="164592"/>
          </a:xfrm>
          <a:prstGeom prst="ellipse">
            <a:avLst/>
          </a:prstGeom>
          <a:solidFill>
            <a:srgbClr val="18A058"/>
          </a:solidFill>
          <a:ln/>
        </p:spPr>
      </p:sp>
      <p:sp>
        <p:nvSpPr>
          <p:cNvPr id="10" name="Text 8"/>
          <p:cNvSpPr/>
          <p:nvPr/>
        </p:nvSpPr>
        <p:spPr>
          <a:xfrm>
            <a:off x="5166360" y="420624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자동 갱신 · 무료 운영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Actions로 매일 새벽 수집 + 임베딩을 자동 실행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846320" y="5074920"/>
            <a:ext cx="164592" cy="164592"/>
          </a:xfrm>
          <a:prstGeom prst="ellipse">
            <a:avLst/>
          </a:prstGeom>
          <a:solidFill>
            <a:srgbClr val="18A058"/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502920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없는 다중 사용자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기기별 계정으로 여러 사용자가 동시에 각자 데이터 사용(Supabase)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12 · 기술 경쟁력 및 로드맵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0" y="6437376"/>
            <a:ext cx="6199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AI르네상스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 가능한 복지 생태계를 위한 수익화 모델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3584448" cy="420624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CE4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554480"/>
            <a:ext cx="3584448" cy="822960"/>
          </a:xfrm>
          <a:prstGeom prst="roundRect">
            <a:avLst>
              <a:gd name="adj" fmla="val 13333"/>
            </a:avLst>
          </a:prstGeom>
          <a:solidFill>
            <a:srgbClr val="0F6B3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B2G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지자체 협업 모델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행정 효율화 및 자동 안내 발송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연동료 기반 구독 매출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 데이터 기반 맞춤 행정 지원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06824" y="1554480"/>
            <a:ext cx="3584448" cy="420624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CE4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06824" y="1554480"/>
            <a:ext cx="3584448" cy="822960"/>
          </a:xfrm>
          <a:prstGeom prst="roundRect">
            <a:avLst>
              <a:gd name="adj" fmla="val 13333"/>
            </a:avLst>
          </a:prstGeom>
          <a:solidFill>
            <a:srgbClr val="0F6B3A"/>
          </a:solidFill>
          <a:ln/>
        </p:spPr>
      </p:sp>
      <p:sp>
        <p:nvSpPr>
          <p:cNvPr id="10" name="Text 8"/>
          <p:cNvSpPr/>
          <p:nvPr/>
        </p:nvSpPr>
        <p:spPr>
          <a:xfrm>
            <a:off x="4581144" y="1554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B2B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81144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EAP 패키지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81144" y="310896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주거·돌봄·교육 복지 원스톱 매칭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혜택 확인 및 신청 연동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기업별 맞춤 임직원 복지 큐레이션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10728" y="1554480"/>
            <a:ext cx="3584448" cy="420624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CE4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0728" y="1554480"/>
            <a:ext cx="3584448" cy="822960"/>
          </a:xfrm>
          <a:prstGeom prst="roundRect">
            <a:avLst>
              <a:gd name="adj" fmla="val 13333"/>
            </a:avLst>
          </a:prstGeom>
          <a:solidFill>
            <a:srgbClr val="0F6B3A"/>
          </a:solidFill>
          <a:ln/>
        </p:spPr>
      </p:sp>
      <p:sp>
        <p:nvSpPr>
          <p:cNvPr id="15" name="Text 13"/>
          <p:cNvSpPr/>
          <p:nvPr/>
        </p:nvSpPr>
        <p:spPr>
          <a:xfrm>
            <a:off x="8385048" y="1554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B2C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85048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프리미엄 부가 서비스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85048" y="310896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증빙 서류 원클릭 준비 대행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 사회복지사 1:1 상담 매칭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마이데이터 기반 자격 자동 파싱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12 · 비즈니스 모델 및 수익화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0" y="6437376"/>
            <a:ext cx="6199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AI르네상스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소외 없는 전방위 유저 획득 및 마케팅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55321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4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A0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오프라인 연계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 기반 오프라인 기관 연계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복지관·시·구청·주민센터 QR 리플렛 비치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일선 복지사 대상 전용 상담 도구 무상 지원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취약계층 밀착형 신뢰 네트워크 구축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554480"/>
            <a:ext cx="55321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4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A0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 SEO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기반 자연어 키워드 마케팅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65392" y="269748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“퇴사 실업급여 조건”, “청년 월세” 등 검색 의도 공략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‘쉬운 말 요약’ 콘텐츠의 검색 상단 노출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개인화 답변으로 유기적 트래픽 확보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4892040"/>
            <a:ext cx="11183112" cy="868680"/>
          </a:xfrm>
          <a:prstGeom prst="roundRect">
            <a:avLst>
              <a:gd name="adj" fmla="val 12632"/>
            </a:avLst>
          </a:prstGeom>
          <a:solidFill>
            <a:srgbClr val="E8F5E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8920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Organic Growth Loop   </a:t>
            </a:r>
            <a:pPr indent="0" marL="0">
              <a:buNone/>
            </a:pPr>
            <a:r>
              <a:rPr lang="en-US" sz="1500" dirty="0">
                <a:solidFill>
                  <a:srgbClr val="3A5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검색 → 쉬운 요약 콘텐츠 발견 → 서비스 유입 → 리텐션 강화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12 · 유저 획득 및 마케팅 전략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0" y="6437376"/>
            <a:ext cx="6199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AI르네상스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6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5BA7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1463040" y="137160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3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기술은 가장 힘든 곳에 있는 사람들의 목소리를 제일 먼저 들어야 합니다. 어렵고 복잡한 행정의 언어를, 모두가 차별 없이 누리는 일상의 언어로 완전하게 번역해내겠습니다.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463040" y="3383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5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AI르네상스 팀 일동 (이진영 · 정호식 · 김경숙 · 김지선)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4389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 &amp; 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5257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5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복지를 쉽게 해결하는 맞춤형 복지 혜택 알리미, 복지AI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FE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leeyob@gmail.com    ·    웹앱 데모 https://bokji-ai.vercel.app/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복지AI 서비스 소개</dc:title>
  <dc:subject>PptxGenJS Presentation</dc:subject>
  <dc:creator>AI르네상스</dc:creator>
  <cp:lastModifiedBy>AI르네상스</cp:lastModifiedBy>
  <cp:revision>1</cp:revision>
  <dcterms:created xsi:type="dcterms:W3CDTF">2026-06-15T08:03:36Z</dcterms:created>
  <dcterms:modified xsi:type="dcterms:W3CDTF">2026-06-15T08:03:36Z</dcterms:modified>
</cp:coreProperties>
</file>