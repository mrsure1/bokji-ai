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2E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복지로와 무엇이 다른가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F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복지AI는 정보를 </a:t>
            </a:r>
            <a:pPr algn="l" indent="0" marL="0">
              <a:buNone/>
            </a:pPr>
            <a:r>
              <a:rPr lang="en-US" sz="1450" b="1" dirty="0">
                <a:solidFill>
                  <a:srgbClr val="6B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‘긁어서 나열하는’ </a:t>
            </a:r>
            <a:pPr algn="l" indent="0" marL="0">
              <a:buNone/>
            </a:pPr>
            <a:r>
              <a:rPr lang="en-US" sz="1450" dirty="0">
                <a:solidFill>
                  <a:srgbClr val="0F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아닙니다. </a:t>
            </a:r>
            <a:pPr algn="l"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당신의 상황을 이해해 ‘받을 수 있는 것’만 찾아주는 AI 매칭 엔진</a:t>
            </a:r>
            <a:pPr algn="l" indent="0" marL="0">
              <a:buNone/>
            </a:pPr>
            <a:r>
              <a:rPr lang="en-US" sz="1450" dirty="0">
                <a:solidFill>
                  <a:srgbClr val="0F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7889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37560" y="1783080"/>
            <a:ext cx="4151376" cy="548640"/>
          </a:xfrm>
          <a:prstGeom prst="rect">
            <a:avLst/>
          </a:prstGeom>
          <a:solidFill>
            <a:srgbClr val="6B7B7E"/>
          </a:solidFill>
          <a:ln w="12700">
            <a:solidFill>
              <a:srgbClr val="6B7B7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복지로 (정부 포털)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88936" y="1783080"/>
            <a:ext cx="4151376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복지AI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7889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제공 방식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37560" y="2331720"/>
            <a:ext cx="4151376" cy="603504"/>
          </a:xfrm>
          <a:prstGeom prst="rect">
            <a:avLst/>
          </a:prstGeom>
          <a:solidFill>
            <a:srgbClr val="EEF1F1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목록을 나열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88936" y="2331720"/>
            <a:ext cx="4151376" cy="603504"/>
          </a:xfrm>
          <a:prstGeom prst="rect">
            <a:avLst/>
          </a:prstGeom>
          <a:solidFill>
            <a:srgbClr val="E3F4F2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맞는 것만 선별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27889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방식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37560" y="2935224"/>
            <a:ext cx="4151376" cy="603504"/>
          </a:xfrm>
          <a:prstGeom prst="rect">
            <a:avLst/>
          </a:prstGeom>
          <a:solidFill>
            <a:srgbClr val="EEF1F1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일치 검색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88936" y="2935224"/>
            <a:ext cx="4151376" cy="603504"/>
          </a:xfrm>
          <a:prstGeom prst="rect">
            <a:avLst/>
          </a:prstGeom>
          <a:solidFill>
            <a:srgbClr val="E3F4F2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의미검색 (키워드+벡터)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38728"/>
            <a:ext cx="27889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37560" y="3538728"/>
            <a:ext cx="4151376" cy="603504"/>
          </a:xfrm>
          <a:prstGeom prst="rect">
            <a:avLst/>
          </a:prstGeom>
          <a:solidFill>
            <a:srgbClr val="EEF1F1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 · 직접 찾아야 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88936" y="3538728"/>
            <a:ext cx="4151376" cy="603504"/>
          </a:xfrm>
          <a:prstGeom prst="rect">
            <a:avLst/>
          </a:prstGeom>
          <a:solidFill>
            <a:srgbClr val="E3F4F2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나이·소득·지역·가구 자격 매칭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42232"/>
            <a:ext cx="27889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37560" y="4142232"/>
            <a:ext cx="4151376" cy="603504"/>
          </a:xfrm>
          <a:prstGeom prst="rect">
            <a:avLst/>
          </a:prstGeom>
          <a:solidFill>
            <a:srgbClr val="EEF1F1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방문해 검색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88936" y="4142232"/>
            <a:ext cx="4151376" cy="603504"/>
          </a:xfrm>
          <a:prstGeom prst="rect">
            <a:avLst/>
          </a:prstGeom>
          <a:solidFill>
            <a:srgbClr val="E3F4F2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놓침 방지 선제 알림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45736"/>
            <a:ext cx="27889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76200" rIns="7620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가치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37560" y="4745736"/>
            <a:ext cx="4151376" cy="603504"/>
          </a:xfrm>
          <a:prstGeom prst="rect">
            <a:avLst/>
          </a:prstGeom>
          <a:solidFill>
            <a:srgbClr val="EEF1F1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‘집계’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88936" y="4745736"/>
            <a:ext cx="4151376" cy="603504"/>
          </a:xfrm>
          <a:prstGeom prst="rect">
            <a:avLst/>
          </a:prstGeom>
          <a:solidFill>
            <a:srgbClr val="E3F4F2"/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‘추론·해석’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F2E33"/>
          </a:solidFill>
          <a:ln w="12700">
            <a:solidFill>
              <a:srgbClr val="0F2E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623560"/>
            <a:ext cx="10451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 줄 요약 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복지로는 ‘찾아오게’ 하고, 복지AI는 ‘맞는 복지를 먼저 찾아줍니다’. 우리가 파는 것은 데이터가 아니라 매칭과 해석입니다.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2026-06-16T06:21:42Z</dcterms:created>
  <dcterms:modified xsi:type="dcterms:W3CDTF">2026-06-16T06:21:42Z</dcterms:modified>
</cp:coreProperties>
</file>