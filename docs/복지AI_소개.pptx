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수집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A0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6F-4F92-BAC5-2542633FA2CC}"/>
              </c:ext>
            </c:extLst>
          </c:dPt>
          <c:dPt>
            <c:idx val="1"/>
            <c:bubble3D val="0"/>
            <c:spPr>
              <a:solidFill>
                <a:srgbClr val="5FB8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6F-4F92-BAC5-2542633FA2CC}"/>
              </c:ext>
            </c:extLst>
          </c:dPt>
          <c:dPt>
            <c:idx val="2"/>
            <c:bubble3D val="0"/>
            <c:spPr>
              <a:solidFill>
                <a:srgbClr val="A9D9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6F-4F92-BAC5-2542633FA2C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6F-4F92-BAC5-2542633FA2C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6F-4F92-BAC5-2542633FA2C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6F-4F92-BAC5-2542633FA2C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정부24 공공서비스</c:v>
                </c:pt>
                <c:pt idx="1">
                  <c:v>복지로 지자체</c:v>
                </c:pt>
                <c:pt idx="2">
                  <c:v>복지로 중앙부처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10962</c:v>
                </c:pt>
                <c:pt idx="1">
                  <c:v>4561</c:v>
                </c:pt>
                <c:pt idx="2">
                  <c:v>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6F-4F92-BAC5-2542633FA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98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2024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장벽을 허무는 맞춤형 복지 혜택 알리미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bokji-ai 서비스 소개자료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D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 </a:t>
            </a: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r>
              <a:rPr lang="en-US" sz="15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이진영 · 정호식 · 김경숙 · 김지선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 데모  </a:t>
            </a:r>
            <a:r>
              <a:rPr lang="en-US" sz="1400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및 문제 정의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수많은 복지 혜택 속에서도, 왜 정보 취약계층은 혜택을 놓치고 있을까요?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복지 서비스의 페인 포인트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행정 용어 장벽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‘소득인정액’, ‘중위소득’, ‘위기사유’ 등 복잡하고 딱딱한 법적 행정 용어 때문에, 정작 도움이 필요한 정보 취약계층·고령층이 신청 초기 단계부터 큰 심리적 부담을 느끼고 포기하게 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11112" y="182880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9752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비대칭 · 타이밍 상실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11112" y="25146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중앙부처·지자체에 파편화된 복지 사업은 </a:t>
            </a:r>
            <a:r>
              <a:rPr lang="en-US" sz="15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15,981건</a:t>
            </a: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달합니다. 하지만 복잡한 자격 요건을 직접 매칭해 볼 시간이 없거나 방법을 몰라, 신청 마감 기한을 놓치기 일쑤입니다.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 · 기획 배경 및 문제 정의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중심의 직관적 화면 설계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용어를 전혀 몰라도, 모바일에서 한눈에 파악하는 완전 자동 매칭 화면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복지 상담 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자연어로 말하면 최적의 추천 혜택을 즉시 카드로 분류합니다.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6539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653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5472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보관함 · 체크리스트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377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준비 상태와 신청 마감일을 항목별로 관리합니다.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알림 피드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임박·관심 분야 신규 혜택을 앱 알림으로 선제 안내합니다.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74904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65392" y="4096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65392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5472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정보(프로필)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게이지를 채울수록 매칭 정확도가 올라갑니다.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 · 기획 배경 및 문제 정의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및 기술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강력한 Google Gemini LLM과 pgvector 임베딩 기술이 만난 맞춤형 복지 솔루션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핵심 사용자 경험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5528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95528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복지 상담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“퇴사해서 월세 내기 힘들어” 같은 일상어는 물론, ‘월세’ 같은 정해진 단어가 없는 ‘집값이 버거워’ 같은 막연한 표현도 키워드+벡터 하이브리드(RRF)로 의미를 파악해 매칭합니다.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99432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99432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 말 요약 서비스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1144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정부 공고 원문을 초등학생도 이해할 템플릿형 요약(한 줄 요약·대상자·서류·일정·용어 풀이)으로 자동 변환합니다.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03336" y="1874520"/>
            <a:ext cx="384048" cy="384048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0333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선제적 앱 알림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29260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동기화되는 새 공고와 사용자 프로필 조건을 매칭해, 추천 가능성이 높은 기회를 앱 알림으로 선제 안내합니다.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 · 핵심 기능 및 기술 구조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공공 데이터, 한곳으로 모았습니다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중앙부처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국민을 위한 핵심 복지 정보를 중앙 시스템에서 수집합니다.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448 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81144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지자체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1144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동네만의 특별한 혜택까지 놓치지 않도록 통합합니다.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81144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4,561 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10728" y="1463040"/>
            <a:ext cx="35844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85048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공공서비스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분산된 다양한 공공 서비스를 하나로 묶어 통합 관리합니다.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규모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10,962 건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68880" y="48920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r>
              <a:rPr lang="en-US" sz="1800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건  </a:t>
            </a:r>
            <a:r>
              <a:rPr lang="en-US" sz="140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매일 자동 갱신(GitHub Actions)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 · 핵심 기능 및 기술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 서비스 수집 분포 분석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55448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429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15,981건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766560" y="2176272"/>
            <a:ext cx="274320" cy="274320"/>
          </a:xfrm>
          <a:prstGeom prst="rect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2237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공공서비스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10,962건 (68.6%)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3090672"/>
            <a:ext cx="274320" cy="274320"/>
          </a:xfrm>
          <a:prstGeom prst="rect">
            <a:avLst/>
          </a:prstGeom>
          <a:solidFill>
            <a:srgbClr val="5FB8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2376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지자체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4,561건 (28.5%)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4005072"/>
            <a:ext cx="274320" cy="274320"/>
          </a:xfrm>
          <a:prstGeom prst="rect">
            <a:avLst/>
          </a:prstGeom>
          <a:solidFill>
            <a:srgbClr val="A9D9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2237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복지로 중앙부처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237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448건 (2.8%)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4983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정부24가 전체의 약 2/3를 차지하며, 복지로 지자체가 ‘우리 동네’ 밀착형 혜택을 보강합니다.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 · 핵심 기능 및 기술 구조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개발 및 서비스 로드맵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PRD·TRD 확정, 공공 API 동기화 파이프라인 및 정규화 체계 완비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47872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핵심 설계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LLM 탑재, pgvector RAG 임베딩 및 키워드+벡터 하이브리드 검색 구현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64224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64224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런칭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웹앱(Vercel) 배포, 대화형 매칭 채팅·상세 카드·앱 알림 연동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구현 완료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51976" y="16459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80576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057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고도화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0576" y="31089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PWA·카카오 알림톡 연동, 공공 마이데이터 기반 소득·자격 자동 파싱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80576" y="5074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 · 향후 서비스 전망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지연 없는 실시간 하이브리드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0F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15,981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수집·정규화·임베딩 완료된 혜택 수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(벡터 임베딩 100% 적재)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60020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 시점에 느린 외부 공공 API를 매번 호출하지 않습니다. 매일 새벽 자동 동기화·전처리된 통합 DB 내부에서 pgvector 하이브리드 인덱싱으로 즉시 조회하여, 수 초 내에 정확한 상황 해석 상담 결과를 출력합니다.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342900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166360" y="33832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+ 벡터 하이브리드(RRF)  </a:t>
            </a: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 일치와 의미 검색을 결합해 사전에 없는 일상어도 매칭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425196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66360" y="42062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갱신 · 무료 운영  </a:t>
            </a: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Actions로 매일 새벽 수집 + 임베딩을 자동 실행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5074920"/>
            <a:ext cx="164592" cy="164592"/>
          </a:xfrm>
          <a:prstGeom prst="ellipse">
            <a:avLst/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66360" y="5029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없는 다중 사용자  </a:t>
            </a:r>
            <a:r>
              <a:rPr lang="en-US" sz="13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기기별 계정으로 여러 사용자가 동시에 각자 데이터 사용(Supabase)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 · 기술 경쟁력 및 고도화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복지 생태계를 위한 수익화 모델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협업 모델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효율화 및 자동 안내 발송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연동료 기반 구독 매출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 기반 맞춤 행정 지원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81144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EAP 패키지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주거·돌봄·교육 복지 원스톱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혜택 확인 및 신청 연동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기업별 맞춤 임직원 복지 큐레이션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0728" y="1554480"/>
            <a:ext cx="3584448" cy="420624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10728" y="1554480"/>
            <a:ext cx="3584448" cy="822960"/>
          </a:xfrm>
          <a:prstGeom prst="roundRect">
            <a:avLst>
              <a:gd name="adj" fmla="val 13333"/>
            </a:avLst>
          </a:prstGeom>
          <a:solidFill>
            <a:srgbClr val="0F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85048" y="1554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85048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부가 서비스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서류 원클릭 준비 대행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사회복지사 1:1 상담 매칭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마이데이터 기반 자격 자동 파싱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 · 비즈니스 모델 및 수익화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소외 없는 전방위 유저 획득 및 마케팅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연계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기반 오프라인 기관 연계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복지관·시·구청·주민센터 QR 리플렛 비치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일선 복지사 대상 전용 상담 도구 무상 지원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취약계층 밀착형 신뢰 네트워크 구축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532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6539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A0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C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기반 자연어 키워드 마케팅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5392" y="2697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“퇴사 실업급여 조건”, “청년 월세” 등 검색 의도 공략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‘쉬운 말 요약’ 콘텐츠의 검색 상단 노출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답변으로 유기적 트래픽 확보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83112" cy="868680"/>
          </a:xfrm>
          <a:prstGeom prst="roundRect">
            <a:avLst>
              <a:gd name="adj" fmla="val 12632"/>
            </a:avLst>
          </a:prstGeom>
          <a:solidFill>
            <a:srgbClr val="E8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Organic Growth Loop   </a:t>
            </a:r>
            <a:r>
              <a:rPr lang="en-US" sz="1500" dirty="0">
                <a:solidFill>
                  <a:srgbClr val="3A5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검색 → 쉬운 요약 콘텐츠 발견 → 서비스 유입 → 리텐션 강화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 · 유저 획득 및 마케팅 전략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AI르네상스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5BA7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463040" y="201168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가장 힘든 곳에 있는 사람들의 목소리를 제일 먼저 들어야 합니다. 어렵고 복잡한 행정의 언어를, 모두가 차별 없이 누리는 일상의 언어로 완전하게 번역해내겠습니다.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46304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AI르네상스 팀 일동 (이진영 · 정호식 · 김경숙 · 김지선)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프로젝트를 임하는 팀의 가치관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0" y="6437376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D0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 · 팀 비전 및 철학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roundRect">
            <a:avLst>
              <a:gd name="adj" fmla="val 22727"/>
            </a:avLst>
          </a:prstGeom>
          <a:solidFill>
            <a:srgbClr val="18A0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74920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♥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5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복지를 쉽게 해결하는 맞춤형 복지 혜택 알리미, 복지AI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leeyob@gmail.com      ·      웹앱 데모 https://bokji-ai.vercel.app/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990</Words>
  <Application>Microsoft Office PowerPoint</Application>
  <PresentationFormat>와이드스크린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복지AI 서비스 소개</dc:title>
  <dc:subject>PptxGenJS Presentation</dc:subject>
  <dc:creator>AI르네상스</dc:creator>
  <cp:lastModifiedBy>Alex Lee</cp:lastModifiedBy>
  <cp:revision>2</cp:revision>
  <dcterms:created xsi:type="dcterms:W3CDTF">2026-06-15T08:18:36Z</dcterms:created>
  <dcterms:modified xsi:type="dcterms:W3CDTF">2026-06-15T08:22:40Z</dcterms:modified>
</cp:coreProperties>
</file>